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0FE5C4-E428-488C-828F-BB1F02020491}" type="doc">
      <dgm:prSet loTypeId="urn:microsoft.com/office/officeart/2005/8/layout/chevron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63370A4-B05B-4913-9B57-965CD272F802}">
      <dgm:prSet phldrT="[Text]" phldr="0"/>
      <dgm:spPr>
        <a:solidFill>
          <a:schemeClr val="tx1"/>
        </a:solidFill>
      </dgm:spPr>
      <dgm:t>
        <a:bodyPr/>
        <a:lstStyle/>
        <a:p>
          <a:r>
            <a:rPr lang="en-US"/>
            <a:t>Rich Legacy</a:t>
          </a:r>
        </a:p>
      </dgm:t>
    </dgm:pt>
    <dgm:pt modelId="{68BF6262-3B0F-4780-9A70-B51C8D328FC5}" type="parTrans" cxnId="{78896E00-6DFA-4119-97AE-8A21F31088F8}">
      <dgm:prSet/>
      <dgm:spPr/>
      <dgm:t>
        <a:bodyPr/>
        <a:lstStyle/>
        <a:p>
          <a:endParaRPr lang="en-US"/>
        </a:p>
      </dgm:t>
    </dgm:pt>
    <dgm:pt modelId="{F2A9F37D-7251-4EE7-9BE9-B2243AD2A29B}" type="sibTrans" cxnId="{78896E00-6DFA-4119-97AE-8A21F31088F8}">
      <dgm:prSet/>
      <dgm:spPr/>
      <dgm:t>
        <a:bodyPr/>
        <a:lstStyle/>
        <a:p>
          <a:endParaRPr lang="en-US"/>
        </a:p>
      </dgm:t>
    </dgm:pt>
    <dgm:pt modelId="{B6F3C943-87E8-47D8-BF72-3AF35D2F9D24}">
      <dgm:prSet phldrT="[Text]" phldr="0"/>
      <dgm:spPr>
        <a:solidFill>
          <a:schemeClr val="tx1"/>
        </a:solidFill>
      </dgm:spPr>
      <dgm:t>
        <a:bodyPr/>
        <a:lstStyle/>
        <a:p>
          <a:r>
            <a:rPr lang="en-US"/>
            <a:t>Academic Programs</a:t>
          </a:r>
        </a:p>
      </dgm:t>
    </dgm:pt>
    <dgm:pt modelId="{E2768EFB-2F18-4C2D-A4FB-8FB02D9BD2DE}" type="parTrans" cxnId="{B9B1F837-DC33-4EE8-B822-2131E6559B69}">
      <dgm:prSet/>
      <dgm:spPr/>
      <dgm:t>
        <a:bodyPr/>
        <a:lstStyle/>
        <a:p>
          <a:endParaRPr lang="en-US"/>
        </a:p>
      </dgm:t>
    </dgm:pt>
    <dgm:pt modelId="{D02202A1-02CA-4462-BE29-88836325F273}" type="sibTrans" cxnId="{B9B1F837-DC33-4EE8-B822-2131E6559B69}">
      <dgm:prSet/>
      <dgm:spPr/>
      <dgm:t>
        <a:bodyPr/>
        <a:lstStyle/>
        <a:p>
          <a:endParaRPr lang="en-US"/>
        </a:p>
      </dgm:t>
    </dgm:pt>
    <dgm:pt modelId="{7DB48048-EA9C-4CE9-BBB1-1EC8E05B795A}">
      <dgm:prSet phldrT="[Text]" phldr="0"/>
      <dgm:spPr>
        <a:solidFill>
          <a:schemeClr val="tx1"/>
        </a:solidFill>
      </dgm:spPr>
      <dgm:t>
        <a:bodyPr/>
        <a:lstStyle/>
        <a:p>
          <a:r>
            <a:rPr lang="en-US"/>
            <a:t>Campus Life</a:t>
          </a:r>
        </a:p>
      </dgm:t>
    </dgm:pt>
    <dgm:pt modelId="{FAA50982-85A6-419E-8CA6-63B333EDEC55}" type="parTrans" cxnId="{7473627A-C3A8-4957-9987-B84447BE0748}">
      <dgm:prSet/>
      <dgm:spPr/>
      <dgm:t>
        <a:bodyPr/>
        <a:lstStyle/>
        <a:p>
          <a:endParaRPr lang="en-US"/>
        </a:p>
      </dgm:t>
    </dgm:pt>
    <dgm:pt modelId="{09BE63C6-2CC9-44C0-8188-4DD55F6BA958}" type="sibTrans" cxnId="{7473627A-C3A8-4957-9987-B84447BE0748}">
      <dgm:prSet/>
      <dgm:spPr/>
      <dgm:t>
        <a:bodyPr/>
        <a:lstStyle/>
        <a:p>
          <a:endParaRPr lang="en-US"/>
        </a:p>
      </dgm:t>
    </dgm:pt>
    <dgm:pt modelId="{B534B0E0-6737-4430-8932-CD22D0CA79BA}" type="pres">
      <dgm:prSet presAssocID="{620FE5C4-E428-488C-828F-BB1F02020491}" presName="Name0" presStyleCnt="0">
        <dgm:presLayoutVars>
          <dgm:dir/>
          <dgm:animLvl val="lvl"/>
          <dgm:resizeHandles val="exact"/>
        </dgm:presLayoutVars>
      </dgm:prSet>
      <dgm:spPr/>
    </dgm:pt>
    <dgm:pt modelId="{C7582926-F02D-45C0-A545-8531AEA54EF6}" type="pres">
      <dgm:prSet presAssocID="{063370A4-B05B-4913-9B57-965CD272F802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E5CE668-3A1B-491E-85B2-C458B5815743}" type="pres">
      <dgm:prSet presAssocID="{F2A9F37D-7251-4EE7-9BE9-B2243AD2A29B}" presName="parTxOnlySpace" presStyleCnt="0"/>
      <dgm:spPr/>
    </dgm:pt>
    <dgm:pt modelId="{3A64A479-9DFE-4F3D-869A-A31FCAC5BB14}" type="pres">
      <dgm:prSet presAssocID="{B6F3C943-87E8-47D8-BF72-3AF35D2F9D24}" presName="parTxOnly" presStyleLbl="node1" presStyleIdx="1" presStyleCnt="3" custLinFactNeighborY="40193">
        <dgm:presLayoutVars>
          <dgm:chMax val="0"/>
          <dgm:chPref val="0"/>
          <dgm:bulletEnabled val="1"/>
        </dgm:presLayoutVars>
      </dgm:prSet>
      <dgm:spPr/>
    </dgm:pt>
    <dgm:pt modelId="{826CD438-245A-4677-808A-05204E3F3D24}" type="pres">
      <dgm:prSet presAssocID="{D02202A1-02CA-4462-BE29-88836325F273}" presName="parTxOnlySpace" presStyleCnt="0"/>
      <dgm:spPr/>
    </dgm:pt>
    <dgm:pt modelId="{936345CF-E891-4769-947C-D5018341E866}" type="pres">
      <dgm:prSet presAssocID="{7DB48048-EA9C-4CE9-BBB1-1EC8E05B795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78896E00-6DFA-4119-97AE-8A21F31088F8}" srcId="{620FE5C4-E428-488C-828F-BB1F02020491}" destId="{063370A4-B05B-4913-9B57-965CD272F802}" srcOrd="0" destOrd="0" parTransId="{68BF6262-3B0F-4780-9A70-B51C8D328FC5}" sibTransId="{F2A9F37D-7251-4EE7-9BE9-B2243AD2A29B}"/>
    <dgm:cxn modelId="{9771A305-3A74-40C5-BE30-DAAC444B8E7C}" type="presOf" srcId="{063370A4-B05B-4913-9B57-965CD272F802}" destId="{C7582926-F02D-45C0-A545-8531AEA54EF6}" srcOrd="0" destOrd="0" presId="urn:microsoft.com/office/officeart/2005/8/layout/chevron1"/>
    <dgm:cxn modelId="{B9B1F837-DC33-4EE8-B822-2131E6559B69}" srcId="{620FE5C4-E428-488C-828F-BB1F02020491}" destId="{B6F3C943-87E8-47D8-BF72-3AF35D2F9D24}" srcOrd="1" destOrd="0" parTransId="{E2768EFB-2F18-4C2D-A4FB-8FB02D9BD2DE}" sibTransId="{D02202A1-02CA-4462-BE29-88836325F273}"/>
    <dgm:cxn modelId="{7473627A-C3A8-4957-9987-B84447BE0748}" srcId="{620FE5C4-E428-488C-828F-BB1F02020491}" destId="{7DB48048-EA9C-4CE9-BBB1-1EC8E05B795A}" srcOrd="2" destOrd="0" parTransId="{FAA50982-85A6-419E-8CA6-63B333EDEC55}" sibTransId="{09BE63C6-2CC9-44C0-8188-4DD55F6BA958}"/>
    <dgm:cxn modelId="{BDE9C07C-D018-4E10-A275-B556F39A5188}" type="presOf" srcId="{620FE5C4-E428-488C-828F-BB1F02020491}" destId="{B534B0E0-6737-4430-8932-CD22D0CA79BA}" srcOrd="0" destOrd="0" presId="urn:microsoft.com/office/officeart/2005/8/layout/chevron1"/>
    <dgm:cxn modelId="{24B06B8D-85A7-439E-BE1C-84B809DDD240}" type="presOf" srcId="{7DB48048-EA9C-4CE9-BBB1-1EC8E05B795A}" destId="{936345CF-E891-4769-947C-D5018341E866}" srcOrd="0" destOrd="0" presId="urn:microsoft.com/office/officeart/2005/8/layout/chevron1"/>
    <dgm:cxn modelId="{6F9DD5AD-45D1-4194-A01E-868B45A1AFE1}" type="presOf" srcId="{B6F3C943-87E8-47D8-BF72-3AF35D2F9D24}" destId="{3A64A479-9DFE-4F3D-869A-A31FCAC5BB14}" srcOrd="0" destOrd="0" presId="urn:microsoft.com/office/officeart/2005/8/layout/chevron1"/>
    <dgm:cxn modelId="{3C847B0D-E807-43D6-961E-75C9398AF3AA}" type="presParOf" srcId="{B534B0E0-6737-4430-8932-CD22D0CA79BA}" destId="{C7582926-F02D-45C0-A545-8531AEA54EF6}" srcOrd="0" destOrd="0" presId="urn:microsoft.com/office/officeart/2005/8/layout/chevron1"/>
    <dgm:cxn modelId="{7745B659-139A-473D-97F4-21FBFF748D89}" type="presParOf" srcId="{B534B0E0-6737-4430-8932-CD22D0CA79BA}" destId="{FE5CE668-3A1B-491E-85B2-C458B5815743}" srcOrd="1" destOrd="0" presId="urn:microsoft.com/office/officeart/2005/8/layout/chevron1"/>
    <dgm:cxn modelId="{1ED51FC0-41A7-4EC6-9A20-E9B499EA9810}" type="presParOf" srcId="{B534B0E0-6737-4430-8932-CD22D0CA79BA}" destId="{3A64A479-9DFE-4F3D-869A-A31FCAC5BB14}" srcOrd="2" destOrd="0" presId="urn:microsoft.com/office/officeart/2005/8/layout/chevron1"/>
    <dgm:cxn modelId="{349E7647-0B0C-44A4-B248-D339459646B7}" type="presParOf" srcId="{B534B0E0-6737-4430-8932-CD22D0CA79BA}" destId="{826CD438-245A-4677-808A-05204E3F3D24}" srcOrd="3" destOrd="0" presId="urn:microsoft.com/office/officeart/2005/8/layout/chevron1"/>
    <dgm:cxn modelId="{CDF738F7-F99A-4B85-97E6-D02E71CB2F46}" type="presParOf" srcId="{B534B0E0-6737-4430-8932-CD22D0CA79BA}" destId="{936345CF-E891-4769-947C-D5018341E866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82926-F02D-45C0-A545-8531AEA54EF6}">
      <dsp:nvSpPr>
        <dsp:cNvPr id="0" name=""/>
        <dsp:cNvSpPr/>
      </dsp:nvSpPr>
      <dsp:spPr>
        <a:xfrm>
          <a:off x="1949" y="0"/>
          <a:ext cx="2375321" cy="422624"/>
        </a:xfrm>
        <a:prstGeom prst="chevron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Rich Legacy</a:t>
          </a:r>
        </a:p>
      </dsp:txBody>
      <dsp:txXfrm>
        <a:off x="213261" y="0"/>
        <a:ext cx="1952697" cy="422624"/>
      </dsp:txXfrm>
    </dsp:sp>
    <dsp:sp modelId="{3A64A479-9DFE-4F3D-869A-A31FCAC5BB14}">
      <dsp:nvSpPr>
        <dsp:cNvPr id="0" name=""/>
        <dsp:cNvSpPr/>
      </dsp:nvSpPr>
      <dsp:spPr>
        <a:xfrm>
          <a:off x="2139739" y="0"/>
          <a:ext cx="2375321" cy="422624"/>
        </a:xfrm>
        <a:prstGeom prst="chevron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Academic Programs</a:t>
          </a:r>
        </a:p>
      </dsp:txBody>
      <dsp:txXfrm>
        <a:off x="2351051" y="0"/>
        <a:ext cx="1952697" cy="422624"/>
      </dsp:txXfrm>
    </dsp:sp>
    <dsp:sp modelId="{936345CF-E891-4769-947C-D5018341E866}">
      <dsp:nvSpPr>
        <dsp:cNvPr id="0" name=""/>
        <dsp:cNvSpPr/>
      </dsp:nvSpPr>
      <dsp:spPr>
        <a:xfrm>
          <a:off x="4277528" y="0"/>
          <a:ext cx="2375321" cy="422624"/>
        </a:xfrm>
        <a:prstGeom prst="chevron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Campus Life</a:t>
          </a:r>
        </a:p>
      </dsp:txBody>
      <dsp:txXfrm>
        <a:off x="4488840" y="0"/>
        <a:ext cx="1952697" cy="422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C41D9-0232-451A-823E-D37D0BF5E191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C4B8E-EF36-4FC0-B701-32928B840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9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61" y="140261"/>
            <a:ext cx="2325576" cy="481273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4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615" y="6489150"/>
            <a:ext cx="1884235" cy="20386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9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60307" y="0"/>
            <a:ext cx="4397693" cy="9906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863" y="9155905"/>
            <a:ext cx="1235643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40814" y="9155905"/>
            <a:ext cx="783325" cy="527403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124139" y="9161102"/>
            <a:ext cx="241429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76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614" y="2469801"/>
            <a:ext cx="6167057" cy="6519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8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3594" y="2038629"/>
            <a:ext cx="2187231" cy="411026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4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3593" y="6359945"/>
            <a:ext cx="2187231" cy="16222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9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176153" cy="9906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13593" y="9163491"/>
            <a:ext cx="1181521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94418" y="9163491"/>
            <a:ext cx="829779" cy="5274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4037" y="9163491"/>
            <a:ext cx="241429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9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614" y="1651001"/>
            <a:ext cx="4884611" cy="447077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614" y="6498336"/>
            <a:ext cx="3870820" cy="146608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013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614" y="9163491"/>
            <a:ext cx="1578040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24599" y="9163491"/>
            <a:ext cx="1617224" cy="527403"/>
          </a:xfrm>
        </p:spPr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14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" y="2699816"/>
            <a:ext cx="5252086" cy="7087786"/>
          </a:xfrm>
        </p:spPr>
        <p:txBody>
          <a:bodyPr>
            <a:normAutofit/>
          </a:bodyPr>
          <a:lstStyle>
            <a:lvl1pPr>
              <a:defRPr sz="41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614" y="198450"/>
            <a:ext cx="1578040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2835" y="198450"/>
            <a:ext cx="1238987" cy="527403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70242" y="198450"/>
            <a:ext cx="241429" cy="527403"/>
          </a:xfrm>
        </p:spPr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38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25" y="151950"/>
            <a:ext cx="5075753" cy="3052677"/>
          </a:xfrm>
        </p:spPr>
        <p:txBody>
          <a:bodyPr anchor="t">
            <a:normAutofit/>
          </a:bodyPr>
          <a:lstStyle>
            <a:lvl1pPr>
              <a:defRPr sz="405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4614" y="3588369"/>
            <a:ext cx="4763001" cy="5112631"/>
          </a:xfrm>
        </p:spPr>
        <p:txBody>
          <a:bodyPr>
            <a:normAutofit/>
          </a:bodyPr>
          <a:lstStyle>
            <a:lvl1pPr marL="257175" indent="-257175">
              <a:buFont typeface="+mj-lt"/>
              <a:buAutoNum type="arabicPeriod"/>
              <a:defRPr sz="1013"/>
            </a:lvl1pPr>
            <a:lvl2pPr marL="385763" indent="-257175">
              <a:buFont typeface="+mj-lt"/>
              <a:buAutoNum type="arabicPeriod"/>
              <a:defRPr sz="900"/>
            </a:lvl2pPr>
            <a:lvl3pPr marL="450056" indent="-192881">
              <a:buFont typeface="+mj-lt"/>
              <a:buAutoNum type="arabicPeriod"/>
              <a:defRPr sz="788"/>
            </a:lvl3pPr>
            <a:lvl4pPr marL="578644" indent="-192881">
              <a:buFont typeface="+mj-lt"/>
              <a:buAutoNum type="arabicPeriod"/>
              <a:defRPr sz="788"/>
            </a:lvl4pPr>
            <a:lvl5pPr marL="707231" indent="-192881">
              <a:buFont typeface="+mj-lt"/>
              <a:buAutoNum type="arabicPeriod"/>
              <a:defRPr sz="78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0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0568" y="106516"/>
            <a:ext cx="3860717" cy="3207715"/>
          </a:xfrm>
        </p:spPr>
        <p:txBody>
          <a:bodyPr anchor="t">
            <a:normAutofit/>
          </a:bodyPr>
          <a:lstStyle>
            <a:lvl1pPr>
              <a:defRPr sz="405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2568145" cy="9906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0" y="3937942"/>
            <a:ext cx="3328035" cy="4964251"/>
          </a:xfrm>
        </p:spPr>
        <p:txBody>
          <a:bodyPr>
            <a:normAutofit/>
          </a:bodyPr>
          <a:lstStyle>
            <a:lvl1pPr marL="257175" indent="-257175">
              <a:buFont typeface="+mj-lt"/>
              <a:buAutoNum type="arabicPeriod"/>
              <a:defRPr sz="1125"/>
            </a:lvl1pPr>
            <a:lvl2pPr marL="321469" indent="-192881">
              <a:buFont typeface="+mj-lt"/>
              <a:buAutoNum type="arabicPeriod"/>
              <a:defRPr sz="1013"/>
            </a:lvl2pPr>
            <a:lvl3pPr marL="450056" indent="-192881">
              <a:buFont typeface="+mj-lt"/>
              <a:buAutoNum type="arabicPeriod"/>
              <a:defRPr sz="900"/>
            </a:lvl3pPr>
            <a:lvl4pPr marL="578644" indent="-192881">
              <a:buFont typeface="+mj-lt"/>
              <a:buAutoNum type="arabicPeriod"/>
              <a:defRPr sz="788"/>
            </a:lvl4pPr>
            <a:lvl5pPr>
              <a:buFont typeface="+mj-lt"/>
              <a:buAutoNum type="arabicPeriod"/>
              <a:defRPr sz="78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3250" y="9163491"/>
            <a:ext cx="1679288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936" y="9163491"/>
            <a:ext cx="873623" cy="527403"/>
          </a:xfrm>
        </p:spPr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70242" y="9163491"/>
            <a:ext cx="241429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4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57" y="2005900"/>
            <a:ext cx="2206943" cy="58985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00256" y="2006528"/>
            <a:ext cx="3400532" cy="5898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3" y="1022016"/>
            <a:ext cx="1884237" cy="39309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406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14613" y="1022933"/>
            <a:ext cx="3897058" cy="79658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6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0256" y="884936"/>
            <a:ext cx="3614844" cy="1651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2565255" cy="9906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01020" y="2857816"/>
            <a:ext cx="3610651" cy="6190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0256" y="9163491"/>
            <a:ext cx="1892758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79776" y="9163491"/>
            <a:ext cx="1159205" cy="527403"/>
          </a:xfrm>
        </p:spPr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270242" y="9163491"/>
            <a:ext cx="241429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9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594" y="684922"/>
            <a:ext cx="3909506" cy="13472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2263140" cy="9906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05594" y="2351024"/>
            <a:ext cx="3909506" cy="6768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605594" y="9163491"/>
            <a:ext cx="1925385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31956" y="9163491"/>
            <a:ext cx="1209866" cy="527403"/>
          </a:xfrm>
        </p:spPr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270242" y="9163491"/>
            <a:ext cx="241429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56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686816"/>
            <a:ext cx="3857625" cy="13472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4614" y="2351024"/>
            <a:ext cx="3857625" cy="65510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4614" y="9167702"/>
            <a:ext cx="1578040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315167" y="9167702"/>
            <a:ext cx="1645643" cy="527403"/>
          </a:xfrm>
        </p:spPr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960810" y="9167702"/>
            <a:ext cx="241429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51600" y="0"/>
            <a:ext cx="2306400" cy="9906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0467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6" y="607567"/>
            <a:ext cx="2527981" cy="191516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4686" y="2852928"/>
            <a:ext cx="2527910" cy="60044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4686" y="9163491"/>
            <a:ext cx="1180474" cy="5274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807679" y="9163491"/>
            <a:ext cx="884833" cy="527403"/>
          </a:xfrm>
        </p:spPr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98120" y="9163491"/>
            <a:ext cx="241429" cy="5274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83147" y="0"/>
            <a:ext cx="3674853" cy="9906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8872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30" y="620776"/>
            <a:ext cx="2057400" cy="240821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6400" y="3344712"/>
            <a:ext cx="2057400" cy="5510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6330" y="9163491"/>
            <a:ext cx="921002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520689" y="9163491"/>
            <a:ext cx="534243" cy="527403"/>
          </a:xfrm>
        </p:spPr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054933" y="9163491"/>
            <a:ext cx="241429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53487" y="0"/>
            <a:ext cx="4104513" cy="9906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1199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535" y="1342690"/>
            <a:ext cx="1518330" cy="268513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406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683557" cy="9906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00094" y="4349706"/>
            <a:ext cx="1515007" cy="383680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28588" indent="0">
              <a:buNone/>
              <a:defRPr lang="en-US" dirty="0"/>
            </a:lvl2pPr>
            <a:lvl3pPr marL="257175" indent="0">
              <a:buNone/>
              <a:defRPr lang="en-US" dirty="0"/>
            </a:lvl3pPr>
            <a:lvl4pPr marL="385763" indent="0">
              <a:buNone/>
              <a:defRPr lang="en-US" dirty="0"/>
            </a:lvl4pPr>
            <a:lvl5pPr marL="51435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99534" y="9163491"/>
            <a:ext cx="790009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89544" y="9163491"/>
            <a:ext cx="480697" cy="5274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70242" y="9163491"/>
            <a:ext cx="241429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58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3" y="6012237"/>
            <a:ext cx="1712787" cy="273405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406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6858000" cy="545750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18834" y="6012238"/>
            <a:ext cx="4196266" cy="302109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28588" indent="0">
              <a:buNone/>
              <a:defRPr lang="en-US" dirty="0"/>
            </a:lvl2pPr>
            <a:lvl3pPr marL="257175" indent="0">
              <a:buNone/>
              <a:defRPr lang="en-US" dirty="0"/>
            </a:lvl3pPr>
            <a:lvl4pPr marL="385763" indent="0">
              <a:buNone/>
              <a:defRPr lang="en-US" dirty="0"/>
            </a:lvl4pPr>
            <a:lvl5pPr marL="51435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67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807937"/>
            <a:ext cx="6170486" cy="13472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4614" y="2762353"/>
            <a:ext cx="2608464" cy="6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4614" y="9163491"/>
            <a:ext cx="1486649" cy="52740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27187" y="2763133"/>
            <a:ext cx="3229871" cy="610182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48710" y="9163491"/>
            <a:ext cx="815455" cy="527403"/>
          </a:xfrm>
        </p:spPr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264165" y="9163491"/>
            <a:ext cx="249221" cy="527403"/>
          </a:xfrm>
        </p:spPr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311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1020936"/>
            <a:ext cx="2628329" cy="183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5264" y="3140006"/>
            <a:ext cx="2567679" cy="572531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1879" y="1057558"/>
            <a:ext cx="3193221" cy="78077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17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068725"/>
            <a:ext cx="5491163" cy="1530831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1463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2915" y="699247"/>
            <a:ext cx="5930456" cy="655220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188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5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-1637792"/>
            <a:ext cx="599217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337" y="61151"/>
            <a:ext cx="6478334" cy="89154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4500" b="1"/>
            </a:lvl1pPr>
            <a:lvl2pPr marL="128588" indent="0">
              <a:lnSpc>
                <a:spcPct val="90000"/>
              </a:lnSpc>
              <a:buNone/>
              <a:defRPr sz="4050" b="1"/>
            </a:lvl2pPr>
            <a:lvl3pPr marL="257175" indent="0">
              <a:lnSpc>
                <a:spcPct val="90000"/>
              </a:lnSpc>
              <a:buNone/>
              <a:defRPr sz="3713" b="1"/>
            </a:lvl3pPr>
            <a:lvl4pPr marL="385763" indent="0">
              <a:lnSpc>
                <a:spcPct val="90000"/>
              </a:lnSpc>
              <a:buNone/>
              <a:defRPr sz="3375" b="1"/>
            </a:lvl4pPr>
            <a:lvl5pPr marL="514350" indent="0">
              <a:lnSpc>
                <a:spcPct val="90000"/>
              </a:lnSpc>
              <a:buNone/>
              <a:defRPr sz="3038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15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534" y="7264400"/>
            <a:ext cx="5174361" cy="92456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125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3534" y="1717040"/>
            <a:ext cx="5174361" cy="4813582"/>
          </a:xfrm>
        </p:spPr>
        <p:txBody>
          <a:bodyPr anchor="ctr">
            <a:normAutofit/>
          </a:bodyPr>
          <a:lstStyle>
            <a:lvl1pPr marL="92583" indent="-92583">
              <a:lnSpc>
                <a:spcPct val="100000"/>
              </a:lnSpc>
              <a:spcBef>
                <a:spcPts val="0"/>
              </a:spcBef>
              <a:buNone/>
              <a:defRPr sz="27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5" y="739648"/>
            <a:ext cx="6041898" cy="14000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4686" y="2637014"/>
            <a:ext cx="2854643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31692" y="2637014"/>
            <a:ext cx="2854821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36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739648"/>
            <a:ext cx="6044506" cy="14000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2434951"/>
            <a:ext cx="2854643" cy="80864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900" b="1" cap="all" baseline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3448756"/>
            <a:ext cx="2854821" cy="5468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32763" y="2434951"/>
            <a:ext cx="2854643" cy="80864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900" b="1" cap="all" baseline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32406" y="3448756"/>
            <a:ext cx="2855000" cy="5468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84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739648"/>
            <a:ext cx="6167057" cy="140004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5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33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" y="129723"/>
            <a:ext cx="6447377" cy="3632200"/>
          </a:xfrm>
        </p:spPr>
        <p:txBody>
          <a:bodyPr anchor="t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4686" y="4504871"/>
            <a:ext cx="6166985" cy="3785508"/>
          </a:xfrm>
        </p:spPr>
        <p:txBody>
          <a:bodyPr/>
          <a:lstStyle>
            <a:lvl1pPr marL="0" indent="0">
              <a:buNone/>
              <a:defRPr/>
            </a:lvl1pPr>
            <a:lvl2pPr marL="128588" indent="0">
              <a:buNone/>
              <a:defRPr/>
            </a:lvl2pPr>
            <a:lvl3pPr marL="257175" indent="0">
              <a:buNone/>
              <a:defRPr/>
            </a:lvl3pPr>
            <a:lvl4pPr marL="385763" indent="0">
              <a:buNone/>
              <a:defRPr/>
            </a:lvl4pPr>
            <a:lvl5pPr marL="5143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69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4" y="2350570"/>
            <a:ext cx="4742306" cy="2660696"/>
          </a:xfrm>
        </p:spPr>
        <p:txBody>
          <a:bodyPr anchor="b">
            <a:no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4686" y="5232751"/>
            <a:ext cx="4742234" cy="2322678"/>
          </a:xfrm>
        </p:spPr>
        <p:txBody>
          <a:bodyPr>
            <a:normAutofit/>
          </a:bodyPr>
          <a:lstStyle>
            <a:lvl1pPr marL="0" indent="0">
              <a:buNone/>
              <a:defRPr sz="1013"/>
            </a:lvl1pPr>
            <a:lvl2pPr marL="128588" indent="0">
              <a:buNone/>
              <a:defRPr sz="900"/>
            </a:lvl2pPr>
            <a:lvl3pPr marL="257175" indent="0">
              <a:buNone/>
              <a:defRPr sz="788"/>
            </a:lvl3pPr>
            <a:lvl4pPr marL="385763" indent="0">
              <a:buNone/>
              <a:defRPr sz="788"/>
            </a:lvl4pPr>
            <a:lvl5pPr marL="514350" indent="0"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99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15" y="743383"/>
            <a:ext cx="6167056" cy="14045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4614" y="2469801"/>
            <a:ext cx="6167057" cy="6519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4614" y="9163491"/>
            <a:ext cx="157804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02835" y="9163491"/>
            <a:ext cx="1238987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/>
                </a:solidFill>
              </a:defRPr>
            </a:lvl1pPr>
          </a:lstStyle>
          <a:p>
            <a:fld id="{5A20B1B0-C57A-40B9-A039-DC07B62ECD5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70242" y="9163491"/>
            <a:ext cx="241429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">
                <a:solidFill>
                  <a:schemeClr val="tx1"/>
                </a:solidFill>
              </a:defRPr>
            </a:lvl1pPr>
          </a:lstStyle>
          <a:p>
            <a:fld id="{A590F5CF-856E-400B-8066-D64ED0762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4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19" r:id="rId19"/>
    <p:sldLayoutId id="2147483820" r:id="rId20"/>
    <p:sldLayoutId id="2147483821" r:id="rId21"/>
    <p:sldLayoutId id="2147483822" r:id="rId22"/>
    <p:sldLayoutId id="2147483823" r:id="rId23"/>
    <p:sldLayoutId id="2147483824" r:id="rId24"/>
    <p:sldLayoutId id="2147483825" r:id="rId25"/>
    <p:sldLayoutId id="2147483826" r:id="rId26"/>
    <p:sldLayoutId id="2147483827" r:id="rId27"/>
  </p:sldLayoutIdLst>
  <p:txStyles>
    <p:titleStyle>
      <a:lvl1pPr algn="l" defTabSz="514350" rtl="0" eaLnBrk="1" latinLnBrk="0" hangingPunct="1">
        <a:lnSpc>
          <a:spcPct val="95000"/>
        </a:lnSpc>
        <a:spcBef>
          <a:spcPct val="0"/>
        </a:spcBef>
        <a:buNone/>
        <a:defRPr sz="1575" b="1" kern="1200" spc="-17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120000"/>
        </a:lnSpc>
        <a:spcBef>
          <a:spcPts val="563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indent="-128588" algn="l" defTabSz="514350" rtl="0" eaLnBrk="1" latinLnBrk="0" hangingPunct="1">
        <a:lnSpc>
          <a:spcPct val="12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indent="-128588" algn="l" defTabSz="514350" rtl="0" eaLnBrk="1" latinLnBrk="0" hangingPunct="1">
        <a:lnSpc>
          <a:spcPct val="12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indent="-128588" algn="l" defTabSz="514350" rtl="0" eaLnBrk="1" latinLnBrk="0" hangingPunct="1">
        <a:lnSpc>
          <a:spcPct val="12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4pPr>
      <a:lvl5pPr marL="642938" indent="-128588" algn="l" defTabSz="514350" rtl="0" eaLnBrk="1" latinLnBrk="0" hangingPunct="1">
        <a:lnSpc>
          <a:spcPct val="12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BE9863-35F7-9F06-75D9-D0084DC85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1" r="43046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34F7AB-5BD9-AF3A-8F84-30AE9D69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0" y="105826"/>
            <a:ext cx="3302000" cy="348326"/>
          </a:xfrm>
        </p:spPr>
        <p:txBody>
          <a:bodyPr>
            <a:noAutofit/>
          </a:bodyPr>
          <a:lstStyle/>
          <a:p>
            <a:r>
              <a:rPr lang="en-US" sz="1900" b="0" spc="-1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ALIGARH </a:t>
            </a:r>
            <a:r>
              <a:rPr lang="en-US" sz="1900" b="0" spc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MUSLIM</a:t>
            </a:r>
            <a:r>
              <a:rPr lang="en-US" sz="1900" b="0" spc="-1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UNIVERSITY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57FBE31-B3B5-D0E8-77A9-0E6E7BE7D5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6514182"/>
              </p:ext>
            </p:extLst>
          </p:nvPr>
        </p:nvGraphicFramePr>
        <p:xfrm>
          <a:off x="101600" y="6964188"/>
          <a:ext cx="6654800" cy="422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8F311E-A462-B0B3-E2E6-97EE47517CC0}"/>
              </a:ext>
            </a:extLst>
          </p:cNvPr>
          <p:cNvSpPr txBox="1"/>
          <p:nvPr/>
        </p:nvSpPr>
        <p:spPr>
          <a:xfrm>
            <a:off x="1612900" y="241889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>
                <a:latin typeface="Californian FB" panose="0207040306080B030204" pitchFamily="18" charset="0"/>
              </a:rPr>
              <a:t>A  M  U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938DE8-0879-B561-BD84-B2494AABA5AC}"/>
              </a:ext>
            </a:extLst>
          </p:cNvPr>
          <p:cNvSpPr txBox="1">
            <a:spLocks/>
          </p:cNvSpPr>
          <p:nvPr/>
        </p:nvSpPr>
        <p:spPr>
          <a:xfrm>
            <a:off x="2228850" y="1157392"/>
            <a:ext cx="2806700" cy="348326"/>
          </a:xfrm>
          <a:prstGeom prst="rect">
            <a:avLst/>
          </a:prstGeom>
        </p:spPr>
        <p:txBody>
          <a:bodyPr vert="wordArtVert" lIns="91440" tIns="45720" rIns="91440" bIns="45720" rtlCol="0" anchor="b">
            <a:noAutofit/>
          </a:bodyPr>
          <a:lstStyle>
            <a:lvl1pPr algn="l" defTabSz="51435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1575" b="1" kern="1200" spc="-17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900" b="0" spc="-1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MAGAZINE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74B8CF-DB51-A79A-9B65-F3BE22622D3F}"/>
              </a:ext>
            </a:extLst>
          </p:cNvPr>
          <p:cNvSpPr txBox="1"/>
          <p:nvPr/>
        </p:nvSpPr>
        <p:spPr>
          <a:xfrm>
            <a:off x="279400" y="7531100"/>
            <a:ext cx="1811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2">
                    <a:lumMod val="50000"/>
                  </a:schemeClr>
                </a:solidFill>
              </a:rPr>
              <a:t>Campus Heritage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54D196-D420-F09D-B404-C1F867380908}"/>
              </a:ext>
            </a:extLst>
          </p:cNvPr>
          <p:cNvSpPr txBox="1"/>
          <p:nvPr/>
        </p:nvSpPr>
        <p:spPr>
          <a:xfrm>
            <a:off x="355458" y="7897813"/>
            <a:ext cx="19686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A walk through history and tradition</a:t>
            </a:r>
            <a:r>
              <a:rPr lang="en-US" sz="15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1252A2-3237-92DF-2D8A-83D45BC6C7C8}"/>
              </a:ext>
            </a:extLst>
          </p:cNvPr>
          <p:cNvSpPr txBox="1"/>
          <p:nvPr/>
        </p:nvSpPr>
        <p:spPr>
          <a:xfrm>
            <a:off x="2336800" y="7531100"/>
            <a:ext cx="2343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2">
                    <a:lumMod val="50000"/>
                  </a:schemeClr>
                </a:solidFill>
              </a:rPr>
              <a:t>Innovation &amp; Research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129C05-82FE-5794-0460-50EDE97888E7}"/>
              </a:ext>
            </a:extLst>
          </p:cNvPr>
          <p:cNvSpPr txBox="1"/>
          <p:nvPr/>
        </p:nvSpPr>
        <p:spPr>
          <a:xfrm>
            <a:off x="2412858" y="7897813"/>
            <a:ext cx="19686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</a:rPr>
              <a:t>Driving change through knowledge.</a:t>
            </a:r>
            <a:endParaRPr lang="en-US" sz="15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785729-3DC8-7996-9D0D-E92C1682DF40}"/>
              </a:ext>
            </a:extLst>
          </p:cNvPr>
          <p:cNvSpPr txBox="1"/>
          <p:nvPr/>
        </p:nvSpPr>
        <p:spPr>
          <a:xfrm>
            <a:off x="279400" y="8563942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2">
                    <a:lumMod val="50000"/>
                  </a:schemeClr>
                </a:solidFill>
              </a:rPr>
              <a:t>Student Voice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C1208-4B77-9738-3015-302BA6215A09}"/>
              </a:ext>
            </a:extLst>
          </p:cNvPr>
          <p:cNvSpPr txBox="1"/>
          <p:nvPr/>
        </p:nvSpPr>
        <p:spPr>
          <a:xfrm>
            <a:off x="355458" y="8930655"/>
            <a:ext cx="19686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</a:rPr>
              <a:t>Ideas, perspectives and expectations.</a:t>
            </a:r>
            <a:endParaRPr lang="en-US" sz="15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C72B2B-AC49-0948-DBC9-A16F7D5E862B}"/>
              </a:ext>
            </a:extLst>
          </p:cNvPr>
          <p:cNvSpPr txBox="1"/>
          <p:nvPr/>
        </p:nvSpPr>
        <p:spPr>
          <a:xfrm>
            <a:off x="4655296" y="8597900"/>
            <a:ext cx="1467389" cy="369332"/>
          </a:xfrm>
          <a:prstGeom prst="rect">
            <a:avLst/>
          </a:prstGeom>
          <a:solidFill>
            <a:schemeClr val="bg2">
              <a:lumMod val="50000"/>
              <a:alpha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Feature Story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ADD7BB-4495-673A-31A2-D4031CD8AE15}"/>
              </a:ext>
            </a:extLst>
          </p:cNvPr>
          <p:cNvSpPr txBox="1"/>
          <p:nvPr/>
        </p:nvSpPr>
        <p:spPr>
          <a:xfrm>
            <a:off x="4356100" y="8967232"/>
            <a:ext cx="19686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>
                <a:solidFill>
                  <a:srgbClr val="FFFFFF"/>
                </a:solidFill>
              </a:rPr>
              <a:t>AMU SHAPING LEADERS SINCE 1875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76803254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Custom 1">
      <a:dk1>
        <a:sysClr val="windowText" lastClr="000000"/>
      </a:dk1>
      <a:lt1>
        <a:srgbClr val="D8D8D8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54</TotalTime>
  <Words>45</Words>
  <Application>Microsoft Office PowerPoint</Application>
  <PresentationFormat>A4 Paper (210x297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Bahnschrift Light</vt:lpstr>
      <vt:lpstr>Calibri</vt:lpstr>
      <vt:lpstr>Californian FB</vt:lpstr>
      <vt:lpstr>Neue Haas Grotesk Text Pro</vt:lpstr>
      <vt:lpstr>Helena</vt:lpstr>
      <vt:lpstr>ALIGARH MUSLIM UNIVERSITY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CSD</dc:creator>
  <cp:lastModifiedBy>CSD</cp:lastModifiedBy>
  <cp:revision>3</cp:revision>
  <dcterms:created xsi:type="dcterms:W3CDTF">2026-08-20T10:30:05Z</dcterms:created>
  <dcterms:modified xsi:type="dcterms:W3CDTF">2026-09-01T06:35:59Z</dcterms:modified>
</cp:coreProperties>
</file>