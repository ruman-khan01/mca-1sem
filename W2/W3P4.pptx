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0C19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51560" y="0"/>
            <a:ext cx="1097280" cy="6858000"/>
          </a:xfrm>
          <a:prstGeom prst="rect">
            <a:avLst/>
          </a:prstGeom>
          <a:solidFill>
            <a:srgbClr val="0E1B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103120" y="0"/>
            <a:ext cx="1097280" cy="6858000"/>
          </a:xfrm>
          <a:prstGeom prst="rect">
            <a:avLst/>
          </a:prstGeom>
          <a:solidFill>
            <a:srgbClr val="101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154679" y="0"/>
            <a:ext cx="1097280" cy="6858000"/>
          </a:xfrm>
          <a:prstGeom prst="rect">
            <a:avLst/>
          </a:prstGeom>
          <a:solidFill>
            <a:srgbClr val="121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06240" y="0"/>
            <a:ext cx="1097280" cy="6858000"/>
          </a:xfrm>
          <a:prstGeom prst="rect">
            <a:avLst/>
          </a:prstGeom>
          <a:solidFill>
            <a:srgbClr val="1421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57800" y="0"/>
            <a:ext cx="1097280" cy="6858000"/>
          </a:xfrm>
          <a:prstGeom prst="rect">
            <a:avLst/>
          </a:prstGeom>
          <a:solidFill>
            <a:srgbClr val="162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09359" y="0"/>
            <a:ext cx="1097280" cy="6858000"/>
          </a:xfrm>
          <a:prstGeom prst="rect">
            <a:avLst/>
          </a:prstGeom>
          <a:solidFill>
            <a:srgbClr val="18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60919" y="0"/>
            <a:ext cx="1097280" cy="6858000"/>
          </a:xfrm>
          <a:prstGeom prst="rect">
            <a:avLst/>
          </a:prstGeom>
          <a:solidFill>
            <a:srgbClr val="1A2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80" y="0"/>
            <a:ext cx="1097280" cy="6858000"/>
          </a:xfrm>
          <a:prstGeom prst="rect">
            <a:avLst/>
          </a:prstGeom>
          <a:solidFill>
            <a:srgbClr val="1C2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464040" y="0"/>
            <a:ext cx="1097280" cy="6858000"/>
          </a:xfrm>
          <a:prstGeom prst="rect">
            <a:avLst/>
          </a:prstGeom>
          <a:solidFill>
            <a:srgbClr val="1E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515600" y="0"/>
            <a:ext cx="1097280" cy="6858000"/>
          </a:xfrm>
          <a:prstGeom prst="rect">
            <a:avLst/>
          </a:prstGeom>
          <a:solidFill>
            <a:srgbClr val="20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567159" y="0"/>
            <a:ext cx="1097280" cy="6858000"/>
          </a:xfrm>
          <a:prstGeom prst="rect">
            <a:avLst/>
          </a:prstGeom>
          <a:solidFill>
            <a:srgbClr val="222F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5760" y="320040"/>
            <a:ext cx="502920" cy="5029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47120" y="411480"/>
            <a:ext cx="457200" cy="457200"/>
          </a:xfrm>
          <a:prstGeom prst="ellipse">
            <a:avLst/>
          </a:prstGeom>
          <a:solidFill>
            <a:srgbClr val="FF5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81360" y="5897880"/>
            <a:ext cx="548640" cy="548640"/>
          </a:xfrm>
          <a:prstGeom prst="ellipse">
            <a:avLst/>
          </a:prstGeom>
          <a:solidFill>
            <a:srgbClr val="00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02920" y="5989320"/>
            <a:ext cx="411480" cy="411480"/>
          </a:xfrm>
          <a:prstGeom prst="ellipse">
            <a:avLst/>
          </a:prstGeom>
          <a:solidFill>
            <a:srgbClr val="FF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78E1FF"/>
                </a:solidFill>
                <a:latin typeface="Aptos Display"/>
              </a:defRPr>
            </a:pPr>
            <a:r>
              <a:t>DEPARTMENT OF COMPUTER SCIENCE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097280"/>
            <a:ext cx="1106424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800" b="1">
                <a:solidFill>
                  <a:srgbClr val="FFFFFF"/>
                </a:solidFill>
                <a:latin typeface="Aptos Display"/>
              </a:defRPr>
            </a:pPr>
            <a:r>
              <a:t>IT FEST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14884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AA46"/>
                </a:solidFill>
              </a:defRPr>
            </a:pPr>
            <a:r>
              <a:t>CODE • CREATE • COMPETE • CONNECT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2743200"/>
            <a:ext cx="8138160" cy="640080"/>
          </a:xfrm>
          <a:prstGeom prst="roundRect">
            <a:avLst/>
          </a:prstGeom>
          <a:solidFill>
            <a:srgbClr val="009BD2"/>
          </a:solidFill>
          <a:ln>
            <a:solidFill>
              <a:srgbClr val="50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03120" y="2862072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t>YOU ARE CORDIALLY INVITED!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657600"/>
            <a:ext cx="3063240" cy="1143000"/>
          </a:xfrm>
          <a:prstGeom prst="roundRect">
            <a:avLst/>
          </a:prstGeom>
          <a:solidFill>
            <a:srgbClr val="112244"/>
          </a:solidFill>
          <a:ln>
            <a:solidFill>
              <a:srgbClr val="32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71810" y="3822191"/>
            <a:ext cx="56553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ADCFF"/>
                </a:solidFill>
              </a:defRPr>
            </a:pPr>
            <a:r>
              <a:rPr sz="1400" dirty="0"/>
              <a:t>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4142232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rPr dirty="0"/>
              <a:t>15 OCTOBER 2026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657600"/>
            <a:ext cx="3063240" cy="1143000"/>
          </a:xfrm>
          <a:prstGeom prst="roundRect">
            <a:avLst/>
          </a:prstGeom>
          <a:solidFill>
            <a:srgbClr val="112244"/>
          </a:solidFill>
          <a:ln>
            <a:solidFill>
              <a:srgbClr val="32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00489" y="3822191"/>
            <a:ext cx="56618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ADCFF"/>
                </a:solidFill>
              </a:defRPr>
            </a:pPr>
            <a:r>
              <a:rPr sz="1400" dirty="0"/>
              <a:t>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4142232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10:00 AM – 4:00 PM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3657600"/>
            <a:ext cx="3063240" cy="1143000"/>
          </a:xfrm>
          <a:prstGeom prst="roundRect">
            <a:avLst/>
          </a:prstGeom>
          <a:solidFill>
            <a:srgbClr val="112244"/>
          </a:solidFill>
          <a:ln>
            <a:solidFill>
              <a:srgbClr val="32B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1362" y="3822191"/>
            <a:ext cx="70243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5ADCFF"/>
                </a:solidFill>
              </a:defRPr>
            </a:pPr>
            <a:r>
              <a:rPr sz="1400" dirty="0"/>
              <a:t>VENUE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0688" y="4142232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DEPARTMENT AUDITORIUM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6F0FF"/>
                </a:solidFill>
              </a:defRPr>
            </a:pPr>
            <a:r>
              <a:t>HACKATHON   •   QUIZ   •   CODING   •   TECH TALK   •   GAMING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623560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AA46"/>
                </a:solidFill>
              </a:defRPr>
            </a:pPr>
            <a:r>
              <a:rPr dirty="0"/>
              <a:t>Bring your ideas. Show your skills. Make your mark!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90368" y="6263640"/>
            <a:ext cx="90722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96AFC8"/>
                </a:solidFill>
              </a:defRPr>
            </a:pPr>
            <a:r>
              <a:rPr sz="1600" dirty="0"/>
              <a:t>ALL COMPUTER SCIENCE STUDENTS ARE WELCOME  |  REGISTER WITH THE DEPARTMENT COORDINATOR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66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saif</cp:lastModifiedBy>
  <cp:revision>2</cp:revision>
  <dcterms:created xsi:type="dcterms:W3CDTF">2013-01-27T09:14:16Z</dcterms:created>
  <dcterms:modified xsi:type="dcterms:W3CDTF">2026-08-19T18:52:28Z</dcterms:modified>
  <cp:category/>
</cp:coreProperties>
</file>