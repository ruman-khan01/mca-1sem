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7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7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4453659" y="2167657"/>
            <a:ext cx="6857999" cy="2522686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5129143" y="456164"/>
            <a:ext cx="2364626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5" y="1981201"/>
            <a:ext cx="4420137" cy="292125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744" y="4902455"/>
            <a:ext cx="3673527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2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593" y="251848"/>
            <a:ext cx="2442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593" y="6341920"/>
            <a:ext cx="1354846" cy="365125"/>
          </a:xfrm>
        </p:spPr>
        <p:txBody>
          <a:bodyPr/>
          <a:lstStyle>
            <a:lvl1pPr algn="l">
              <a:defRPr/>
            </a:lvl1pPr>
          </a:lstStyle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6133736" y="4701550"/>
            <a:ext cx="1750169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35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35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08173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5" y="502920"/>
            <a:ext cx="78867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745" y="1511748"/>
            <a:ext cx="78867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1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5" y="1133062"/>
            <a:ext cx="3432666" cy="3588027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745" y="4721088"/>
            <a:ext cx="3223945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2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593" y="256033"/>
            <a:ext cx="2442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593" y="6341920"/>
            <a:ext cx="1354846" cy="365125"/>
          </a:xfrm>
        </p:spPr>
        <p:txBody>
          <a:bodyPr/>
          <a:lstStyle>
            <a:lvl1pPr algn="l">
              <a:defRPr/>
            </a:lvl1pPr>
          </a:lstStyle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01563" y="1542762"/>
            <a:ext cx="42807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6125082" y="0"/>
            <a:ext cx="3018918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194213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4660378" y="739229"/>
            <a:ext cx="408654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4983461" y="5223306"/>
            <a:ext cx="331623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4377" y="1335635"/>
            <a:ext cx="3007769" cy="2396362"/>
          </a:xfrm>
        </p:spPr>
        <p:txBody>
          <a:bodyPr anchor="ctr">
            <a:normAutofit/>
          </a:bodyPr>
          <a:lstStyle>
            <a:lvl1pPr algn="ctr">
              <a:defRPr sz="49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6029" y="3850056"/>
            <a:ext cx="2281844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2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71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1347069" y="1346622"/>
            <a:ext cx="6879229" cy="4185086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240" y="2351727"/>
            <a:ext cx="2915822" cy="2646660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1698" y="948907"/>
            <a:ext cx="3248331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200"/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07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5733" y="1070670"/>
            <a:ext cx="3366431" cy="1453080"/>
          </a:xfrm>
        </p:spPr>
        <p:txBody>
          <a:bodyPr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5733" y="256033"/>
            <a:ext cx="244246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733" y="2545731"/>
            <a:ext cx="3366431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5732" y="6356351"/>
            <a:ext cx="2160458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773771" y="796633"/>
            <a:ext cx="2794254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327380" y="4353228"/>
            <a:ext cx="1836662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tx2"/>
              </a:solidFill>
            </a:endParaRPr>
          </a:p>
          <a:p>
            <a:pPr algn="ctr"/>
            <a:endParaRPr lang="en-US" sz="1350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185867" y="5591494"/>
            <a:ext cx="1736257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1936064" y="4775542"/>
            <a:ext cx="469667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9420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679123" y="1677625"/>
            <a:ext cx="9602923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593" y="2880795"/>
            <a:ext cx="5860217" cy="3702571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593" y="256033"/>
            <a:ext cx="2442460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43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93" y="1834374"/>
            <a:ext cx="3338305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2329" y="1834374"/>
            <a:ext cx="342483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2330" y="6356351"/>
            <a:ext cx="237951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429231" y="5403881"/>
            <a:ext cx="1658150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  <a:p>
            <a:pPr algn="ctr"/>
            <a:endParaRPr lang="en-US" sz="1350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029113" y="3808588"/>
            <a:ext cx="1886784" cy="142571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1766490" y="5361294"/>
            <a:ext cx="2003020" cy="822577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1725760" y="4314649"/>
            <a:ext cx="517444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1920967" y="4706613"/>
            <a:ext cx="124751" cy="103003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2519336" y="5822161"/>
            <a:ext cx="396966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760633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7425639" y="5148143"/>
            <a:ext cx="1947856" cy="147186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5000561" y="5271715"/>
            <a:ext cx="1676949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  <a:p>
            <a:pPr algn="ctr"/>
            <a:endParaRPr lang="en-US" sz="135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6269510" y="5301772"/>
            <a:ext cx="1904644" cy="850645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8236515" y="5688861"/>
            <a:ext cx="418558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5593615" y="5732842"/>
            <a:ext cx="490841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7046254" y="5246711"/>
            <a:ext cx="454766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6" y="947057"/>
            <a:ext cx="2885885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5732" y="922247"/>
            <a:ext cx="4213862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46744" y="6356351"/>
            <a:ext cx="1549901" cy="365125"/>
          </a:xfrm>
        </p:spPr>
        <p:txBody>
          <a:bodyPr/>
          <a:lstStyle/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33036" y="6356351"/>
            <a:ext cx="368876" cy="365125"/>
          </a:xfrm>
        </p:spPr>
        <p:txBody>
          <a:bodyPr/>
          <a:lstStyle/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85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2486809" y="4998696"/>
            <a:ext cx="2146968" cy="153362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92" y="970539"/>
            <a:ext cx="2754104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93" y="3102503"/>
            <a:ext cx="2020902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4745" y="6356351"/>
            <a:ext cx="163011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54856" y="6356351"/>
            <a:ext cx="939386" cy="365125"/>
          </a:xfrm>
        </p:spPr>
        <p:txBody>
          <a:bodyPr/>
          <a:lstStyle/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3994636" y="503530"/>
            <a:ext cx="4852803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3396577" y="5602945"/>
            <a:ext cx="383603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3549809" y="5936344"/>
            <a:ext cx="101002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900372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93" y="393948"/>
            <a:ext cx="3238333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93" y="1866073"/>
            <a:ext cx="3238333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6455" y="715328"/>
            <a:ext cx="4630596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3919734" y="5728725"/>
            <a:ext cx="1598635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4572001" y="6050957"/>
            <a:ext cx="453401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9711016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452424" y="5732033"/>
            <a:ext cx="1807364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1432" y="524415"/>
            <a:ext cx="3824586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4450" y="2090182"/>
            <a:ext cx="2857688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1432" y="1996541"/>
            <a:ext cx="3824586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1432" y="6356351"/>
            <a:ext cx="237951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1773988" y="925182"/>
            <a:ext cx="2138987" cy="152227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2461852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94" y="646982"/>
            <a:ext cx="2943356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94" y="2437419"/>
            <a:ext cx="2943356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23085" y="2"/>
            <a:ext cx="4920916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593" y="6341920"/>
            <a:ext cx="198708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2680" y="6356351"/>
            <a:ext cx="950395" cy="365125"/>
          </a:xfrm>
        </p:spPr>
        <p:txBody>
          <a:bodyPr/>
          <a:lstStyle/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99466" y="6356351"/>
            <a:ext cx="368876" cy="365125"/>
          </a:xfrm>
        </p:spPr>
        <p:txBody>
          <a:bodyPr/>
          <a:lstStyle/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60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92" y="530974"/>
            <a:ext cx="404640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92" y="2003100"/>
            <a:ext cx="4046408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5137951" y="1238847"/>
            <a:ext cx="3690377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21184" y="6356351"/>
            <a:ext cx="1350817" cy="365125"/>
          </a:xfrm>
        </p:spPr>
        <p:txBody>
          <a:bodyPr/>
          <a:lstStyle/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441" y="6356351"/>
            <a:ext cx="410441" cy="365125"/>
          </a:xfrm>
        </p:spPr>
        <p:txBody>
          <a:bodyPr/>
          <a:lstStyle/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7719956" y="488580"/>
            <a:ext cx="1499072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518334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5" y="530974"/>
            <a:ext cx="404640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745" y="2003100"/>
            <a:ext cx="4046408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4968236" y="183622"/>
            <a:ext cx="4157507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4745" y="6356351"/>
            <a:ext cx="237951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4534" y="6356351"/>
            <a:ext cx="1350817" cy="365125"/>
          </a:xfrm>
        </p:spPr>
        <p:txBody>
          <a:bodyPr/>
          <a:lstStyle/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8441" y="6356351"/>
            <a:ext cx="410441" cy="365125"/>
          </a:xfrm>
        </p:spPr>
        <p:txBody>
          <a:bodyPr/>
          <a:lstStyle/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4689501" y="4935506"/>
            <a:ext cx="135003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5168410" y="5570054"/>
            <a:ext cx="469667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653170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66" y="345440"/>
            <a:ext cx="4854425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067" y="1494302"/>
            <a:ext cx="4854425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8067" y="6356351"/>
            <a:ext cx="243196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55732" y="6356351"/>
            <a:ext cx="1350817" cy="365125"/>
          </a:xfrm>
        </p:spPr>
        <p:txBody>
          <a:bodyPr/>
          <a:lstStyle/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83181" y="6356351"/>
            <a:ext cx="410441" cy="365125"/>
          </a:xfrm>
        </p:spPr>
        <p:txBody>
          <a:bodyPr/>
          <a:lstStyle/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33655" y="0"/>
            <a:ext cx="3110345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43199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94" y="4426528"/>
            <a:ext cx="2890090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4471" y="4426528"/>
            <a:ext cx="4952042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3290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5" y="947784"/>
            <a:ext cx="2291696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1690" y="3232355"/>
            <a:ext cx="262256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4329" y="947784"/>
            <a:ext cx="5474078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1667777" y="2674971"/>
            <a:ext cx="1039389" cy="7853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567169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0746" y="4478218"/>
            <a:ext cx="5292755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20616" y="825501"/>
            <a:ext cx="5809947" cy="4500979"/>
          </a:xfrm>
        </p:spPr>
        <p:txBody>
          <a:bodyPr anchor="b"/>
          <a:lstStyle>
            <a:lvl1pPr>
              <a:buNone/>
              <a:defRPr sz="225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0747" y="6356351"/>
            <a:ext cx="23795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87419" y="3042543"/>
            <a:ext cx="2454102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35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5231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92" y="-944880"/>
            <a:ext cx="7791275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93989" y="1570717"/>
            <a:ext cx="5956024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6000" b="1" dirty="0">
                <a:latin typeface="+mj-lt"/>
              </a:defRPr>
            </a:lvl1pPr>
            <a:lvl2pPr marL="342900" indent="0" algn="ctr">
              <a:lnSpc>
                <a:spcPct val="55000"/>
              </a:lnSpc>
              <a:buNone/>
              <a:defRPr lang="en-US" sz="6000" b="1" dirty="0">
                <a:latin typeface="+mj-lt"/>
              </a:defRPr>
            </a:lvl2pPr>
            <a:lvl3pPr marL="685800" indent="0" algn="ctr">
              <a:lnSpc>
                <a:spcPct val="55000"/>
              </a:lnSpc>
              <a:buNone/>
              <a:defRPr lang="en-US" sz="6000" b="1" dirty="0">
                <a:latin typeface="+mj-lt"/>
              </a:defRPr>
            </a:lvl3pPr>
            <a:lvl4pPr marL="1028700" indent="0" algn="ctr">
              <a:lnSpc>
                <a:spcPct val="55000"/>
              </a:lnSpc>
              <a:buNone/>
              <a:defRPr lang="en-US" sz="6000" b="1" dirty="0">
                <a:latin typeface="+mj-lt"/>
              </a:defRPr>
            </a:lvl4pPr>
            <a:lvl5pPr marL="1371600" indent="0" algn="ctr">
              <a:lnSpc>
                <a:spcPct val="55000"/>
              </a:lnSpc>
              <a:buNone/>
              <a:defRPr lang="en-US" sz="6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175045" y="3022505"/>
            <a:ext cx="3598826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5436068" y="616480"/>
            <a:ext cx="3711806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449149" y="1426896"/>
            <a:ext cx="4525132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9239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7449062" y="5234503"/>
            <a:ext cx="1858039" cy="1432648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593" y="5270513"/>
            <a:ext cx="5112218" cy="807720"/>
          </a:xfrm>
        </p:spPr>
        <p:txBody>
          <a:bodyPr anchor="ctr">
            <a:normAutofit/>
          </a:bodyPr>
          <a:lstStyle>
            <a:lvl1pPr>
              <a:defRPr sz="27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351" y="1375080"/>
            <a:ext cx="5545541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33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6344" y="6356351"/>
            <a:ext cx="154990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02637" y="6356351"/>
            <a:ext cx="368876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6134757" y="5215898"/>
            <a:ext cx="2167730" cy="85884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7196601" y="3248412"/>
            <a:ext cx="2033560" cy="153662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8370163" y="6121024"/>
            <a:ext cx="124751" cy="103003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7052344" y="5495877"/>
            <a:ext cx="396966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8252673" y="5662962"/>
            <a:ext cx="41454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8032634" y="3942565"/>
            <a:ext cx="516192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2771984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6" y="549042"/>
            <a:ext cx="74204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4746" y="1946581"/>
            <a:ext cx="3316094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1" y="1946581"/>
            <a:ext cx="3316094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220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756" y="365126"/>
            <a:ext cx="78867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756" y="1626420"/>
            <a:ext cx="3325622" cy="599878"/>
          </a:xfrm>
        </p:spPr>
        <p:txBody>
          <a:bodyPr anchor="b">
            <a:normAutofit/>
          </a:bodyPr>
          <a:lstStyle>
            <a:lvl1pPr marL="0" indent="0">
              <a:buNone/>
              <a:defRPr sz="1050" b="0" cap="all" spc="75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2756" y="2293206"/>
            <a:ext cx="3309324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26420"/>
            <a:ext cx="3325623" cy="599878"/>
          </a:xfrm>
        </p:spPr>
        <p:txBody>
          <a:bodyPr anchor="b">
            <a:normAutofit/>
          </a:bodyPr>
          <a:lstStyle>
            <a:lvl1pPr marL="0" indent="0">
              <a:buNone/>
              <a:defRPr sz="1050" b="0" cap="all" spc="75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293206"/>
            <a:ext cx="332562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565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5" y="549041"/>
            <a:ext cx="78867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009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0071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6590271" y="3746728"/>
            <a:ext cx="1641667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7098323" y="2055236"/>
            <a:ext cx="1689472" cy="129468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6723785" y="5760736"/>
            <a:ext cx="1835871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7280687" y="5040635"/>
            <a:ext cx="440176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7673808" y="2603462"/>
            <a:ext cx="516192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93" y="1546860"/>
            <a:ext cx="4572187" cy="1566172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93" y="3120527"/>
            <a:ext cx="3446871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97780" y="6356351"/>
            <a:ext cx="135081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453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6750712" y="5728012"/>
            <a:ext cx="1797257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7532701" y="4079772"/>
            <a:ext cx="1346075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7955098" y="4942266"/>
            <a:ext cx="516192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93" y="1535975"/>
            <a:ext cx="4572187" cy="1446597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93" y="2993457"/>
            <a:ext cx="6671184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40683" y="6356351"/>
            <a:ext cx="135081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95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5" y="505522"/>
            <a:ext cx="78867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745" y="1514532"/>
            <a:ext cx="78867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4745" y="6356351"/>
            <a:ext cx="23795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600" cap="all" spc="113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50035" y="6356351"/>
            <a:ext cx="15499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600" cap="all" spc="113" baseline="0">
                <a:solidFill>
                  <a:schemeClr val="tx2"/>
                </a:solidFill>
              </a:defRPr>
            </a:lvl1pPr>
          </a:lstStyle>
          <a:p>
            <a:fld id="{B924325A-52E3-449D-AE58-BFA07BC4C60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6328" y="6356351"/>
            <a:ext cx="3688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600" cap="all" spc="113" baseline="0">
                <a:solidFill>
                  <a:schemeClr val="tx2"/>
                </a:solidFill>
              </a:defRPr>
            </a:lvl1pPr>
          </a:lstStyle>
          <a:p>
            <a:fld id="{B46AB721-DCA2-4BBD-B510-E58AF40F4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14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  <p:sldLayoutId id="2147483994" r:id="rId17"/>
    <p:sldLayoutId id="2147483995" r:id="rId18"/>
    <p:sldLayoutId id="2147483996" r:id="rId19"/>
    <p:sldLayoutId id="2147483997" r:id="rId20"/>
    <p:sldLayoutId id="2147483998" r:id="rId21"/>
    <p:sldLayoutId id="2147483999" r:id="rId22"/>
    <p:sldLayoutId id="2147484000" r:id="rId23"/>
    <p:sldLayoutId id="2147484001" r:id="rId24"/>
    <p:sldLayoutId id="2147484002" r:id="rId25"/>
    <p:sldLayoutId id="2147484003" r:id="rId26"/>
    <p:sldLayoutId id="2147484004" r:id="rId27"/>
  </p:sldLayoutIdLst>
  <p:txStyles>
    <p:titleStyle>
      <a:lvl1pPr algn="l" defTabSz="685800" rtl="0" eaLnBrk="1" latinLnBrk="0" hangingPunct="1">
        <a:lnSpc>
          <a:spcPct val="55000"/>
        </a:lnSpc>
        <a:spcBef>
          <a:spcPct val="0"/>
        </a:spcBef>
        <a:buNone/>
        <a:defRPr sz="3300" b="1" kern="1200" spc="-23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92B24A-000C-EAC7-7743-3F45EFEA9BAF}"/>
              </a:ext>
            </a:extLst>
          </p:cNvPr>
          <p:cNvSpPr/>
          <p:nvPr/>
        </p:nvSpPr>
        <p:spPr>
          <a:xfrm>
            <a:off x="80682" y="107560"/>
            <a:ext cx="8982636" cy="6633880"/>
          </a:xfrm>
          <a:prstGeom prst="roundRect">
            <a:avLst>
              <a:gd name="adj" fmla="val 2560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62616E-B5CA-FECE-3EB9-B17378DA5973}"/>
              </a:ext>
            </a:extLst>
          </p:cNvPr>
          <p:cNvSpPr/>
          <p:nvPr/>
        </p:nvSpPr>
        <p:spPr>
          <a:xfrm>
            <a:off x="1398502" y="2429450"/>
            <a:ext cx="6347004" cy="92333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>
                  <a:solidFill>
                    <a:srgbClr val="92D050"/>
                  </a:solidFill>
                </a:ln>
                <a:solidFill>
                  <a:schemeClr val="bg1"/>
                </a:solidFill>
              </a:rPr>
              <a:t>HAPPY MONSOON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677EAD-CD50-F1C4-D24E-574355AC1B57}"/>
              </a:ext>
            </a:extLst>
          </p:cNvPr>
          <p:cNvSpPr txBox="1"/>
          <p:nvPr/>
        </p:nvSpPr>
        <p:spPr>
          <a:xfrm>
            <a:off x="2187389" y="3257764"/>
            <a:ext cx="4903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Wishing you a joyful and refreshing monsoon.</a:t>
            </a:r>
          </a:p>
        </p:txBody>
      </p:sp>
    </p:spTree>
    <p:extLst>
      <p:ext uri="{BB962C8B-B14F-4D97-AF65-F5344CB8AC3E}">
        <p14:creationId xmlns:p14="http://schemas.microsoft.com/office/powerpoint/2010/main" val="913871193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37</TotalTime>
  <Words>10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School Days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CSD</dc:creator>
  <cp:lastModifiedBy>CSD</cp:lastModifiedBy>
  <cp:revision>1</cp:revision>
  <dcterms:created xsi:type="dcterms:W3CDTF">2026-08-20T09:38:06Z</dcterms:created>
  <dcterms:modified xsi:type="dcterms:W3CDTF">2026-08-20T10:15:45Z</dcterms:modified>
</cp:coreProperties>
</file>